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elrahman Hamdi" userId="ea1190d044725988" providerId="LiveId" clId="{B341B5F5-CDC2-48F8-9E3F-E3DB581747D7}"/>
    <pc:docChg chg="undo custSel modSld">
      <pc:chgData name="Abdelrahman Hamdi" userId="ea1190d044725988" providerId="LiveId" clId="{B341B5F5-CDC2-48F8-9E3F-E3DB581747D7}" dt="2026-09-08T07:02:19.190" v="3" actId="20577"/>
      <pc:docMkLst>
        <pc:docMk/>
      </pc:docMkLst>
      <pc:sldChg chg="modSp mod">
        <pc:chgData name="Abdelrahman Hamdi" userId="ea1190d044725988" providerId="LiveId" clId="{B341B5F5-CDC2-48F8-9E3F-E3DB581747D7}" dt="2026-09-08T07:02:19.190" v="3" actId="20577"/>
        <pc:sldMkLst>
          <pc:docMk/>
          <pc:sldMk cId="0" sldId="267"/>
        </pc:sldMkLst>
        <pc:spChg chg="mod">
          <ac:chgData name="Abdelrahman Hamdi" userId="ea1190d044725988" providerId="LiveId" clId="{B341B5F5-CDC2-48F8-9E3F-E3DB581747D7}" dt="2026-09-08T07:02:19.190" v="3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Arial"/>
              </a:rPr>
              <a:t>SMART RECRUITMENT
PREDICTION SYSTEM</a:t>
            </a:r>
          </a:p>
          <a:p>
            <a:pPr algn="ctr"/>
            <a:r>
              <a:rPr sz="1800">
                <a:solidFill>
                  <a:srgbClr val="2563EB"/>
                </a:solidFill>
                <a:latin typeface="Arial"/>
              </a:rPr>
              <a:t>Machine Learning Project</a:t>
            </a:r>
          </a:p>
          <a:p>
            <a:pPr algn="ctr"/>
            <a:r>
              <a:rPr sz="1400">
                <a:solidFill>
                  <a:srgbClr val="4B5563"/>
                </a:solidFill>
                <a:latin typeface="Arial"/>
              </a:rPr>
              <a:t>HR Analytics: Job Change of Data Scientists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Build a machine learning system for HR analytics and candidate screening.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Predict whether a candidate is likely to be looking for a job change.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Use data cleaning, EDA, preprocessing, class balancing, and supervised learning.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Compare Logistic Regression and Random Forest.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Use the final model as a decision-support tool, not as an automatic hiring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2.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Records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19,158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labeled candidates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Columns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14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original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173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Target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0 / 1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job-change intention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Source: HR Analytics: Job Change of Data Scientists.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Main file used: aug_train.csv.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Target = 0: not looking for a job change.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Target = 1: looking for a job change.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Most predictors are categorical, with additional numerical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3.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Handled missing values using mode-based imputation where appropriate.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Standardized gender text to lowercase and treated 'other' as missing.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Grouped 'No Major' and 'Other' in major_discipline as missing before imputation.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Treated 'Other' in company_type as missing before imputation.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Kept experience and last_new_job as categorical variables for modeling.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Removed enrollee_id before training because it is only an identifier.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Verified that missing values were removed after cleaning.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4.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Target distribution is imbalanced: about 75.1% target=0 and 24.9% target=1.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Lower experience levels generally show higher target=1 rates.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Candidates without relevant experience show a higher target=1 rate than those with relevant experience.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Full-time university enrollment has the highest target=1 rate among enrollment groups.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Target=1 candidates have a lower average city development index.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Company size and company type show noticeable differences in target rates.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Business Degree and STEM have the highest target=1 rates among the observed major disciplines.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5. Key EDA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Target = 1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24.9%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overall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0 years experience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45.4%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target=1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No relevant experience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33.8%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target=1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50–99 company size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32.8%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highest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Average city development index: 0.853 for target=0 vs 0.756 for target=1.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Average training hours: 66.1 for target=0 vs 63.1 for target=1; the difference is relatively small.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These findings describe associations in the dataset and do not prove causation.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6. 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Separate features (X) and target (y).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Remove enrollee_id.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Apply one-hot encoding to categorical features with drop_first=True.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Perform an 80/20 stratified train/test split.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Apply Random Oversampling to the training data only.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Scale city_development_index and training_hours using StandardScaler.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Train Logistic Regression and tune Random Forest with GridSearchCV.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7. Model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417320"/>
          <a:ext cx="101498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Logistic Regression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Random Forest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≈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75.91%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≈ 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51.15%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≈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74.55%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≈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60.67%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8. Random Forest Tuning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n_estimators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200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best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max_depth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20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best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3716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min_samples_leaf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1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best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37160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B5563"/>
                </a:solidFill>
                <a:latin typeface="Arial"/>
              </a:rPr>
              <a:t>CV F1</a:t>
            </a:r>
          </a:p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0.8202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5-fold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Final test accuracy: 75.91%.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Final test precision: 51.15%.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Final test recall: 74.55%.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Final test F1-score: 60.67%.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Random Forest achieved the best test-set performance of the two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9. Confusion Matrix — Random Forest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554480"/>
          <a:ext cx="8503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77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Predicted 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Predicted 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Actual 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2197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680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Arial"/>
                        </a:rPr>
                        <a:t>Actual 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5074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• True negatives: 2,197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• False positives: 680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• False negatives: 243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• True positives: 712</a:t>
            </a:r>
          </a:p>
          <a:p>
            <a:pPr>
              <a:spcAft>
                <a:spcPts val="12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• The relatively high recall means the model captures a substantial portion of target=1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A complete HR analytics machine learning pipeline was developed.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The dataset required categorical cleaning, missing-value handling, encoding, and class balancing.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Random Forest outperformed Logistic Regression on the held-out test set.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The final Random Forest achieved 75.91% accuracy and 60.67% F1-score.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Recall of 74.55% makes the model useful for identifying many candidates likely to seek a job change.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t>• Predictions should support HR decisions rather than replace human judgment.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Arial"/>
              </a:rPr>
              <a:t>11.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rPr dirty="0"/>
              <a:t>• Create an interactive HR dashboard for candidate analytics.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rPr dirty="0"/>
              <a:t>• Deploy the model as a web application or internal HR tool.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rPr dirty="0"/>
              <a:t>• Compare additional algorithms such as Gradient Boosting or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rPr dirty="0"/>
              <a:t>• Use feature-importance and explainability methods such as SHAP.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rPr dirty="0"/>
              <a:t>• Tune prediction thresholds according to business priorities for precision vs recall.</a:t>
            </a:r>
          </a:p>
          <a:p>
            <a:pPr>
              <a:spcAft>
                <a:spcPts val="1200"/>
              </a:spcAft>
              <a:defRPr sz="1900">
                <a:solidFill>
                  <a:srgbClr val="1F2937"/>
                </a:solidFill>
                <a:latin typeface="Arial"/>
              </a:defRPr>
            </a:pPr>
            <a:r>
              <a:rPr dirty="0"/>
              <a:t>• Validate the model on newer or external HR datasets before real-world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563EB"/>
                </a:solidFill>
                <a:latin typeface="Arial"/>
              </a:rPr>
              <a:t>THANK YOU</a:t>
            </a:r>
          </a:p>
          <a:p>
            <a:pPr algn="ctr"/>
            <a:r>
              <a:rPr sz="2200">
                <a:solidFill>
                  <a:srgbClr val="1F2937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875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Abdelrahman Hamdi</cp:lastModifiedBy>
  <cp:revision>1</cp:revision>
  <dcterms:created xsi:type="dcterms:W3CDTF">2013-01-27T09:14:16Z</dcterms:created>
  <dcterms:modified xsi:type="dcterms:W3CDTF">2026-09-08T08:57:06Z</dcterms:modified>
  <cp:category/>
</cp:coreProperties>
</file>